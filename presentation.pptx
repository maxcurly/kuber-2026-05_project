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Roboto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RobotoMedium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RobotoMedium-italic.fntdata"/><Relationship Id="rId23" Type="http://schemas.openxmlformats.org/officeDocument/2006/relationships/font" Target="fonts/RobotoMedium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Roboto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ce85d903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ce85d9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f7d84ce1d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f7d84ce1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4dac18f3716be585_1_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4dac18f3716be585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f7d84ce1d_0_3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f7d84ce1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1727d1ac5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1727d1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00" r="100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20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0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2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2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3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MaxCurly/kuber-2026-05_project.git" TargetMode="External"/><Relationship Id="rId4" Type="http://schemas.openxmlformats.org/officeDocument/2006/relationships/hyperlink" Target="http://158.160.186.38/" TargetMode="External"/><Relationship Id="rId5" Type="http://schemas.openxmlformats.org/officeDocument/2006/relationships/hyperlink" Target="https://51.250.32.180/" TargetMode="External"/><Relationship Id="rId6" Type="http://schemas.openxmlformats.org/officeDocument/2006/relationships/hyperlink" Target="http://81.26.184.119" TargetMode="External"/><Relationship Id="rId7" Type="http://schemas.openxmlformats.org/officeDocument/2006/relationships/hyperlink" Target="http://158.160.178.46:8800/s/11111111-2222-3333-4444-555555555555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 rotWithShape="1">
          <a:blip r:embed="rId3">
            <a:alphaModFix/>
          </a:blip>
          <a:srcRect b="0" l="18598" r="18592" t="0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4"/>
          <p:cNvSpPr txBox="1"/>
          <p:nvPr/>
        </p:nvSpPr>
        <p:spPr>
          <a:xfrm>
            <a:off x="886050" y="618000"/>
            <a:ext cx="7584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Инфраструктурная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платформа на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основе Kubernetes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4"/>
          <p:cNvSpPr/>
          <p:nvPr/>
        </p:nvSpPr>
        <p:spPr>
          <a:xfrm>
            <a:off x="886050" y="3369800"/>
            <a:ext cx="22521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24"/>
          <p:cNvSpPr txBox="1"/>
          <p:nvPr/>
        </p:nvSpPr>
        <p:spPr>
          <a:xfrm>
            <a:off x="886050" y="3359150"/>
            <a:ext cx="23457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Проектная работа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00" name="Google Shape;10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type="title"/>
          </p:nvPr>
        </p:nvSpPr>
        <p:spPr>
          <a:xfrm>
            <a:off x="500550" y="313625"/>
            <a:ext cx="8520600" cy="21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Развёртывание и управление Managed кластерами Kubernetes с использованием Terraform и GitHub Actions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5"/>
          <p:cNvSpPr txBox="1"/>
          <p:nvPr/>
        </p:nvSpPr>
        <p:spPr>
          <a:xfrm>
            <a:off x="500550" y="2681326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Кудряшов Максим</a:t>
            </a:r>
            <a:endParaRPr b="1" sz="2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>
            <a:off x="500550" y="3057225"/>
            <a:ext cx="31932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edium"/>
              <a:buChar char="-"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linux инженер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edium"/>
              <a:buChar char="-"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сетевой инженер</a:t>
            </a:r>
            <a:endParaRPr sz="1300"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-3111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Medium"/>
              <a:buChar char="-"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проектирую, внедряю и сопровождаю системы виртуализации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13" name="Google Shape;113;p26"/>
          <p:cNvSpPr/>
          <p:nvPr/>
        </p:nvSpPr>
        <p:spPr>
          <a:xfrm>
            <a:off x="1121125" y="1295700"/>
            <a:ext cx="44493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26"/>
          <p:cNvSpPr/>
          <p:nvPr/>
        </p:nvSpPr>
        <p:spPr>
          <a:xfrm>
            <a:off x="1121125" y="1875900"/>
            <a:ext cx="44493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 подходы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6"/>
          <p:cNvSpPr/>
          <p:nvPr/>
        </p:nvSpPr>
        <p:spPr>
          <a:xfrm>
            <a:off x="1121125" y="2456075"/>
            <a:ext cx="44493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26"/>
          <p:cNvSpPr/>
          <p:nvPr/>
        </p:nvSpPr>
        <p:spPr>
          <a:xfrm>
            <a:off x="1121125" y="3050625"/>
            <a:ext cx="44493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не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" name="Google Shape;117;p26"/>
          <p:cNvCxnSpPr>
            <a:stCxn id="113" idx="1"/>
            <a:endCxn id="114" idx="1"/>
          </p:cNvCxnSpPr>
          <p:nvPr/>
        </p:nvCxnSpPr>
        <p:spPr>
          <a:xfrm>
            <a:off x="1121125" y="1483800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26"/>
          <p:cNvCxnSpPr>
            <a:stCxn id="114" idx="1"/>
            <a:endCxn id="115" idx="1"/>
          </p:cNvCxnSpPr>
          <p:nvPr/>
        </p:nvCxnSpPr>
        <p:spPr>
          <a:xfrm>
            <a:off x="1121125" y="2064000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26"/>
          <p:cNvCxnSpPr>
            <a:stCxn id="115" idx="1"/>
            <a:endCxn id="116" idx="1"/>
          </p:cNvCxnSpPr>
          <p:nvPr/>
        </p:nvCxnSpPr>
        <p:spPr>
          <a:xfrm>
            <a:off x="1121125" y="2644175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26"/>
          <p:cNvCxnSpPr>
            <a:stCxn id="116" idx="1"/>
            <a:endCxn id="121" idx="1"/>
          </p:cNvCxnSpPr>
          <p:nvPr/>
        </p:nvCxnSpPr>
        <p:spPr>
          <a:xfrm>
            <a:off x="1121125" y="3238725"/>
            <a:ext cx="600" cy="526800"/>
          </a:xfrm>
          <a:prstGeom prst="bentConnector3">
            <a:avLst>
              <a:gd fmla="val -39688145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1" name="Google Shape;121;p26"/>
          <p:cNvSpPr/>
          <p:nvPr/>
        </p:nvSpPr>
        <p:spPr>
          <a:xfrm>
            <a:off x="1121121" y="3577275"/>
            <a:ext cx="44493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6"/>
          <p:cNvSpPr/>
          <p:nvPr/>
        </p:nvSpPr>
        <p:spPr>
          <a:xfrm>
            <a:off x="1121121" y="4171975"/>
            <a:ext cx="44493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" name="Google Shape;123;p26"/>
          <p:cNvCxnSpPr>
            <a:endCxn id="122" idx="1"/>
          </p:cNvCxnSpPr>
          <p:nvPr/>
        </p:nvCxnSpPr>
        <p:spPr>
          <a:xfrm flipH="1" rot="-5400000">
            <a:off x="644721" y="3883675"/>
            <a:ext cx="714600" cy="238200"/>
          </a:xfrm>
          <a:prstGeom prst="bentConnector2">
            <a:avLst/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/>
          <p:nvPr/>
        </p:nvSpPr>
        <p:spPr>
          <a:xfrm>
            <a:off x="560500" y="324878"/>
            <a:ext cx="53076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30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7"/>
          <p:cNvSpPr/>
          <p:nvPr/>
        </p:nvSpPr>
        <p:spPr>
          <a:xfrm>
            <a:off x="273450" y="1386350"/>
            <a:ext cx="8597100" cy="6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проекта: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 Развертывание MVP инфраструктурной платформой 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на основе Kubernetes при помощи Terraform и GitHub Actions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0" name="Google Shape;130;p27"/>
          <p:cNvSpPr txBox="1"/>
          <p:nvPr/>
        </p:nvSpPr>
        <p:spPr>
          <a:xfrm>
            <a:off x="273450" y="2559850"/>
            <a:ext cx="85971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Задачи проекта: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Определить тип развертываемой инфраструктурной платформы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Определить подходы и инструменты для развертывания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Определить основное приложение, разворачиваемое в платформе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Определить стек ПО, обеспечивающий базовый функционал MVP платформы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Реализовать автоматизацию развертывания  MVP платформы, вспомогательное ПО и основного приложения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36" name="Google Shape;136;p28"/>
          <p:cNvSpPr txBox="1"/>
          <p:nvPr/>
        </p:nvSpPr>
        <p:spPr>
          <a:xfrm>
            <a:off x="430200" y="1088575"/>
            <a:ext cx="82836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ип развертываемой инфраструктурной платформы: 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-"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Managed Kubernetes в Yandex Cloud</a:t>
            </a:r>
            <a:endParaRPr sz="1500"/>
          </a:p>
        </p:txBody>
      </p:sp>
      <p:sp>
        <p:nvSpPr>
          <p:cNvPr id="137" name="Google Shape;137;p28"/>
          <p:cNvSpPr txBox="1"/>
          <p:nvPr/>
        </p:nvSpPr>
        <p:spPr>
          <a:xfrm>
            <a:off x="430200" y="1862950"/>
            <a:ext cx="82836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одходы и инструменты для развертывания: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Terraform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(описание инфраструктуры кластера k8s как код 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GitHub Actions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(автоматика развертывания кластера k8s и деплой Argo-CD в кластер)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Argo-CD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(реализация подхода “App-of-Apps”, деплой приложений в кластер)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500550" y="3308250"/>
            <a:ext cx="8213400" cy="15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тек ПО, обеспечивающий базовый функционал MVP платформы: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ru" sz="1500">
                <a:solidFill>
                  <a:schemeClr val="dk1"/>
                </a:solidFill>
              </a:rPr>
              <a:t>Argo-CD</a:t>
            </a:r>
            <a:r>
              <a:rPr lang="ru" sz="1600">
                <a:solidFill>
                  <a:schemeClr val="dk1"/>
                </a:solidFill>
              </a:rPr>
              <a:t> </a:t>
            </a:r>
            <a:r>
              <a:rPr lang="ru">
                <a:solidFill>
                  <a:schemeClr val="dk1"/>
                </a:solidFill>
              </a:rPr>
              <a:t>(</a:t>
            </a: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реализация подхода “App-of-Apps”, деплой приложений в кластер</a:t>
            </a:r>
            <a:r>
              <a:rPr lang="ru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ru" sz="1500">
                <a:solidFill>
                  <a:schemeClr val="dk1"/>
                </a:solidFill>
              </a:rPr>
              <a:t>Online Boutique by Google </a:t>
            </a:r>
            <a:r>
              <a:rPr lang="ru">
                <a:solidFill>
                  <a:schemeClr val="dk1"/>
                </a:solidFill>
              </a:rPr>
              <a:t>(основное приложение)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ru" sz="1500">
                <a:solidFill>
                  <a:schemeClr val="dk1"/>
                </a:solidFill>
              </a:rPr>
              <a:t>Kube-prometheus-stack </a:t>
            </a:r>
            <a:r>
              <a:rPr lang="ru">
                <a:solidFill>
                  <a:schemeClr val="dk1"/>
                </a:solidFill>
              </a:rPr>
              <a:t>(мониторинг, визуализация метрик и логов, алертинг)</a:t>
            </a:r>
            <a:endParaRPr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ru" sz="1500">
                <a:solidFill>
                  <a:schemeClr val="dk1"/>
                </a:solidFill>
              </a:rPr>
              <a:t>Loki + Promtail </a:t>
            </a:r>
            <a:r>
              <a:rPr lang="ru">
                <a:solidFill>
                  <a:schemeClr val="dk1"/>
                </a:solidFill>
              </a:rPr>
              <a:t>(логирование)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sp>
        <p:nvSpPr>
          <p:cNvPr id="144" name="Google Shape;144;p29"/>
          <p:cNvSpPr txBox="1"/>
          <p:nvPr/>
        </p:nvSpPr>
        <p:spPr>
          <a:xfrm>
            <a:off x="430200" y="2640525"/>
            <a:ext cx="82836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Ссылка на GitHub репозиторий с проектом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https://github.com/MaxCurly/kuber-2026-05_project.git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Ссылка на основное приложение: </a:t>
            </a:r>
            <a:r>
              <a:rPr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http://158.160.186.38/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Ссылка на основное Argo-CD: </a:t>
            </a:r>
            <a:r>
              <a:rPr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https://51.250.32.180/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Ссылка на основное Grafana: </a:t>
            </a:r>
            <a:r>
              <a:rPr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http://81.26.184.119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Ссылка на webhook-tester: </a:t>
            </a:r>
            <a:r>
              <a:rPr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http://158.160.178.46:8800/s/11111111-2222-3333-4444-555555555555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9"/>
          <p:cNvSpPr txBox="1"/>
          <p:nvPr/>
        </p:nvSpPr>
        <p:spPr>
          <a:xfrm>
            <a:off x="192900" y="1099625"/>
            <a:ext cx="8758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Кластер managed kubernetes деплоится в yandex cloud при помощи запуска github action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Argo-CD деплоится в кластер kubernetes при помощи зависимого github action автоматически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Все приложения деплоятся в кластер при помощи Argo-CD согласно подходу “App-of-Apps”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311700" y="602875"/>
            <a:ext cx="8520600" cy="6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/>
              <a:t>Что не получилось, над чем стоит поработать в дальнейшем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/>
          </a:p>
        </p:txBody>
      </p:sp>
      <p:sp>
        <p:nvSpPr>
          <p:cNvPr id="151" name="Google Shape;151;p30"/>
          <p:cNvSpPr txBox="1"/>
          <p:nvPr/>
        </p:nvSpPr>
        <p:spPr>
          <a:xfrm>
            <a:off x="61350" y="1488300"/>
            <a:ext cx="90213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Не заработали ingress и Gateway-API при помощи Yandex Cloud GWIN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Улучшить исполнение инфраструктурных приложений, повысить отказоустойчивость, увеличить дробление на микросервисы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Внедрить дополнительные инфраструктурные сервисы, по типу vault и т.д.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Перейти на использование https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57" name="Google Shape;157;p31"/>
          <p:cNvSpPr txBox="1"/>
          <p:nvPr/>
        </p:nvSpPr>
        <p:spPr>
          <a:xfrm>
            <a:off x="195450" y="1675375"/>
            <a:ext cx="8825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Цель и задачи проекта были выполнены в полном объеме, но в базовом исполнении, много над чем требуется еще работать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Самой сложной но и самой интересной частью была проработка и реализация логики развертывания кластера и всего наполнения “по одной кнопке”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Благодаря курсу и проекту существенно прокачались скилы, связанные с kubernetes, GitOps, CD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ru"/>
              <a:t>Дальнейшее развитие вижу в реализации полученных навыков на работе и в домашней лаборатории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2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32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32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2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32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3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174" name="Google Shape;174;p33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34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